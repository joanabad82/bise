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5" Type="http://schemas.openxmlformats.org/officeDocument/2006/relationships/customXml" Target="../customXml/item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/>
              <a:t>Q3 review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609600" y="1828800"/>
            <a:ext cx="10972800" cy="36576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/>
              <a:t>Revenue up 4%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457200"/>
            <a:ext cx="10972800" cy="1143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se">
  <a:themeElements>
    <a:clrScheme name="bise">
      <a:dk1>
        <a:srgbClr val="000000"/>
      </a:dk1>
      <a:lt1>
        <a:srgbClr val="FFFFFF"/>
      </a:lt1>
      <a:dk2>
        <a:srgbClr val="1F2328"/>
      </a:dk2>
      <a:lt2>
        <a:srgbClr val="F6F8FA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is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bis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item1.xml><?xml version="1.0" encoding="utf-8"?>
<bise:fixture xmlns:bise="urn:bise:fixture" made="by office/fixtures/make.mjs">
  <bise:keep>keep me</bise:keep>
</bise:fixture>
</file>